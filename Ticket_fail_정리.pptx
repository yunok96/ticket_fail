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Ticket_fail 프로젝트 전체 회고. 목표는 락 전략을 비교하고 그 판단 근거를 설명할 수 있게 만드는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면접에서 이 프로젝트를 소개할 때의 첫 문장: 흔한 주제를 골랐지만 내용물은 락 전략의 비교다.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A와 B가 같은 값을 읽고 같은 값을 쓴다. 이것이 lost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나온 숫자가 이후 모든 단계의 비교 기준이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면접 단골 질문. 트랜잭션은 격리를 주지 직렬화를 주지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비관적 락을 '락을 추가했다'가 아니라 '락 시점을 당겼다'로 설명할 수 있으면 이해도가 드러난다.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재시도 로직이 트랜잭션 밖에 있어야 하는 이유. 4단계에서 같은 원리가 다시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커밋을 관찰하거나 커밋보다 오래 살아야 하는 것은 트랜잭션 경계 밖에 있어야 한다 — 이 프로젝트에서 두 번 반복된 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비관적 락과 분산락이 같은 숫자를 낸다는 점이 다음 슬라이드로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없는 차이를 만들어낸 표보다, 왜 측정하지 않았는지를 설명하는 쪽이 낫다.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 관련 문제를 물었을 때 이미지 빌드 얘기 대신 꺼낼 수 있는 소재.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문장이 프로젝트 전체의 요약. 나머지는 이걸 뒷받침하는 근거다.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Ticket_fail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초과 예약을 일부러 만들고, 네 가지 방법으로 고친 기록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60120" y="3794760"/>
            <a:ext cx="1280160" cy="3200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B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 포트폴리오 프로젝트  ·  Spring Boot · Postgres · Redis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B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github.com/yunok96/Ticket_fail  ·  2026년 9월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프로젝트를 왜 만들었나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잘 짜는 걸 보여주는 프로젝트가 아니라, 판단을 설명할 수 있게 만드는 프로젝트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38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96596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영국 백엔드 채용을 겨냥한 포트폴리오. 티켓팅 주제 자체는 흔하므로,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주제가 아니라 락 전략의 비교가 내용물이 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310128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419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방식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447288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일부러 고장난 버전을 만들어 초과 예약을 눈으로 확인하고,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그다음 락을 하나씩 붙여가며 무엇이 달라지는지 본다.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791456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9011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산출물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928616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락 전략 다섯 개가 각각 독립적으로 실행되는 레포와,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전략이 같은 부하에서 어떤 숫자를 내는지 정리한 비교 표.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문제: 읽고 · 판단하고 · 쓰는 사이의 틈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예약은 한 동작처럼 보이지만 실제로는 세 동작이다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4892040"/>
            <a:ext cx="9692640" cy="0"/>
          </a:xfrm>
          <a:prstGeom prst="line">
            <a:avLst/>
          </a:prstGeom>
          <a:noFill/>
          <a:ln w="12700">
            <a:solidFill>
              <a:srgbClr val="6E6E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1320" y="4956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214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34440" y="2350008"/>
            <a:ext cx="9326880" cy="0"/>
          </a:xfrm>
          <a:prstGeom prst="line">
            <a:avLst/>
          </a:prstGeom>
          <a:noFill/>
          <a:ln w="12700">
            <a:solidFill>
              <a:srgbClr val="D5D5D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71600" y="20116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→ 9석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77840" y="20116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쓰기 → 10석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310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34440" y="3538728"/>
            <a:ext cx="9326880" cy="0"/>
          </a:xfrm>
          <a:prstGeom prst="line">
            <a:avLst/>
          </a:prstGeom>
          <a:noFill/>
          <a:ln w="12700">
            <a:solidFill>
              <a:srgbClr val="D5D5D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749040" y="32004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3200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→ 9석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55280" y="32004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200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쓰기 → 10석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49040" y="4041648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CF6F5"/>
          </a:solidFill>
          <a:ln w="12700">
            <a:solidFill>
              <a:srgbClr val="990011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3749040" y="4041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A가 아직 쓰기 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요청 모두 9를 읽었으므로 둘 다 10을 쓴다. 예약은 2건이 기록되지만 좌석은 1석만 늘어난다.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시점과 쓰는 시점 사이에 남이 끼어들 틈이 있다 — check-then-act 문제.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락 없음 — 고장난 상태를 먼저 만든다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96012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단계의 테스트는 통과가 아니라 실패를 증명한다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031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요청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21031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성공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75320" y="19202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1031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좌석 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420624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3891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매진 검사는 한 번도 걸리지 않았다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8280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카운터가 한계에 가까워진 적이 없기 때문이다. 100명이 각각 "아직 9석 남았네"를 보고 통과했다.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테스트는 카운터와 성공 건수가 서로 어긋난다는 것을 단언한다 — 버그를 설명하는 대신 고정시켜 둔 것이다.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@Transactional은 왜 이걸 못 막나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프로젝트에서 가장 자주 오해되는 지점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트랜잭션이 하는 일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커밋되지 않은 작업을 남에게 감춘다.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상태가 보이지 않게 해준다.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트랜잭션이 하지 않는 일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5059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동시에 들어온 요청을 줄 세우지 않는다.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각자 읽은 값은 읽는 순간엔 정당하게 최신이다.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1605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그리고 JPA가 쓰는 SQL이 문제를 굳힌다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9943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reserved_seats = &lt;자바에서 계산한 값&gt;      ← 더티 체킹이 만드는 UPDATE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reserved_seats = reserved_seats + 1        ← 원자적 증가였다면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309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계산해서 덮어쓰기 때문에, 나중에 쓴 값이 앞의 값을 지운다.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비관적 락 — 읽는 순간에 잠근다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96012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충돌은 반드시 난다고 보고 미리 막는 방식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813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... FOR UPDATE     @Lock(LockModeType.PESSIMISTIC_WRITE)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어떻게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행을 쓸 때가 아니라 읽을 때 잠그고,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트랜잭션이 커밋될 때까지 유지한다.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번째 요청은 첫 번째가 쓰기를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끝낼 때까지 카운터를 읽지 못한다.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100건 중 10건 성공,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90건 매진.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카운터 정확히 10.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64424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8744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대가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38744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공연에 대한 요청이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 세워진다.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처리량이 떨어진다.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9834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짚어둘 점 — 락이 없던 버전도 사실 락을 걸고 있었다. 모든 UPDATE는 자기가 건드리는 행을 잠그기 때문이다.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잘못된 값이 이미 계산된 뒤에 걸렸을 뿐이다. 이 단계는 락을 추가한 게 아니라, 있던 락을 앞으로 당긴 것이다.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낙관적 락 — 아무것도 잠그지 않는다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96012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충돌은 드물다고 보고 일단 통과시킨 뒤, 나중에 확인한다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813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@Version  →  UPDATE ... WHERE id = ? AND version = 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어떻게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칼럼을 두고, 갱신할 때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"내가 읽었을 때와 같은가"를 확인한다.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경쟁에서 진 요청은 0건을 갱신하고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예외를 받는다.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100건 중 10건 성공,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59건 매진, 31건 충돌.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카운터는 여전히 10.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64424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8744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38744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좌석이 남아 있는데도 거절당한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요청이 생긴다. 정합성은 맞지만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서비스로는 손해다.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9834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재시도 래퍼가 필요한 이유 — 버전 충돌은 커밋 시점에, 즉 프록시 안쪽에서 원래 메서드가 끝난 뒤에 터진다.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그 트랜잭션 바깥에 있는 호출자만 잡을 수 있고, 재시도할 때마다 새 트랜잭션으로 최신 버전을 다시 읽어야 한다.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분산락 — 상호 배제를 DB 밖으로 꺼낸다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96012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Redis가 심판을 보고, 락을 얻은 요청만 DB로 간다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813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RLock lock = redissonClient.getLock("seat:lock:" + performanceId);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락을 잡는 바깥 클래스와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@Transactional이 붙은 안쪽 클래스를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분리한다. 락 → 트랜잭션 → 커밋 →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락 해제 순서가 되어야 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임대 시간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tryLock에 임대 시간을 주지 않았다.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Redisson 워치독이 작업 중에는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연장하고, 프로세스가 죽으면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연장을 멈춰 자동 해제된다.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64424" y="2395728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8744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38744" y="3017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100건 중 10건 성공,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90건 매진, 좌석 10.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2단계와 같은 숫자.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9834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한 메서드 안에서 락을 잡고 풀면 — 스프링은 메서드가 끝날 때 커밋하므로 락이 커밋보다 먼저 풀린다.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요청이 아직 반영되지 않은 좌석 수를 읽고, 락을 끝까지 쥐고 있었는데도 초과 예약이 난다. 3단계 재시도와 같은 이유다.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결과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10석 · 앞의 다섯 행은 H2, 분산락 행은 Docker의 Postgres와 Redis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카운터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락 없음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비관적 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낙관적 락 (재시도 없음)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낙관적 락 (재시도 없음)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낙관적 락 + 재시도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분산락 (Redis)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붉게 표시한 두 행이 이 프로젝트의 요점이다.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303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행은 버그 그 자체다. 네 번째 행에서는 요청이 수요를 넘지 않게 되자 그림이 뒤집힌다 —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건만 성공하고 아홉 자리가 비었는데도 테스트는 통과한다. 데이터는 정합하고 서비스는 쓸모없다. 재시도가 필요한 이유가 여기서만 보인다.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표가 가르지 못하는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비관적 락과 분산락은 같은 결과를 냈다 — 왜 그리고 언제 갈리는가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비관적 락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락을 DB가 잡는다.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순서를 기다리는 동안 커넥션을 쥔 채로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줄을 선다.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경합이 심해지면 커넥션 풀이 먼저 마른다.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분산락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50592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DB를 건드리기 전에 락을 잡는다.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기다리는 동안에는 아무것도 쥐지 않고,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차례가 와야 커넥션을 가져간다.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조건에서 풀이 마르지 않는다.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4348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8E9EB"/>
          </a:solidFill>
          <a:ln w="12700">
            <a:solidFill>
              <a:srgbClr val="F8E9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6177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 이번엔 측정하지 않았다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29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커넥션 풀을 인위적으로 줄이고 트랜잭션에 sleep을 넣으면 차이를 만들 수는 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그건 관찰한 숫자가 아니라 테스트가 만들어낸 숫자다. 차이는 분명히 존재하고, 이 규모에서는 드러나지 않으며,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드러내려면 HTTP 계층을 통한 부하 테스트가 필요하다 — README에는 그렇게 적었다.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H2에서 Postgres로 옮기며 겪은 두 가지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애플리케이션이 내놓은 에러만으로는 보이지 않았다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5432 포트를 두 프로세스가 함께 듣고 있었다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예전에 Windows에 설치한 PostgreSQL 서비스가 도커의 포트 포워딩과 같은 주소에 묶여 있었다.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Windows는 이 중복 바인딩을 막지 않는다. 먼저 응답한 쪽에는 ticket 계정이 없었고, 앱은 인증에 실패했다.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따로 확인한 것은 전부 정상이었다 — 컨테이너는 healthy, 설정은 일치, 컨테이너 안 psql은 접속 성공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(로컬 소켓은 비밀번호를 묻지 않는다). netstat이 리스너 두 개를 보여준 것이 유일한 단서였다.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97764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ECEEF6"/>
          </a:solidFill>
          <a:ln w="12700">
            <a:solidFill>
              <a:srgbClr val="ECEE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1605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Redisson 스타터가 Spring Boot 4와 맞지 않았다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9943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redisson-spring-boot-starter는 Boot 3.5를 겨냥한 것이라, 4.1에서 RedisProperties를 찾지 못했다.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자동설정 클래스가 패키지를 옮겼기 때문이다. RedissonConfig에서 클라이언트를 직접 만들고 있었으므로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스타터가 기여하는 게 없었고, 스타터를 걷어내고 순수 라이브러리만 남겨 버전 결합 자체를 없앴다.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남는 문장 세 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50392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면접에서 이 프로젝트를 설명할 때 실제로 쓰이는 부분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574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트랜잭션은 격리를 주지 직렬화를 주지 않는다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49631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@Transactional만으로는 lost update를 막을 수 없다. 읽기와 쓰기 사이의 틈이 문제의 뿌리다.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246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커밋보다 오래 살아야 하는 것은 트랜잭션 밖에 둔다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368503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낙관적 락의 재시도도, 분산락의 락 해제도 같은 이유로 바깥 클래스에 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4348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정합성이 맞는다고 서비스가 쓸 만한 것은 아니다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487375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낙관적 락은 좌석이 남아 있는데도 거절했다. 테스트는 통과했고 서비스는 쓸모없었다.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715000"/>
            <a:ext cx="10515600" cy="0"/>
          </a:xfrm>
          <a:prstGeom prst="line">
            <a:avLst/>
          </a:prstGeom>
          <a:noFill/>
          <a:ln w="12700">
            <a:solidFill>
              <a:srgbClr val="4A57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남겨둔 것 — HTTP 계층과 k6 부하 테스트. 두 락 전략을 실제로 갈라놓을 부하 프로파일이 필요하다.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2026-09-08T14:45:15Z</dcterms:created>
  <dcterms:modified xsi:type="dcterms:W3CDTF">2026-09-08T14:45:15Z</dcterms:modified>
</cp:coreProperties>
</file>